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25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88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1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777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8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5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92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114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10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41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152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624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581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4077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622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267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32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94D6FB5-94DA-4EFB-80CA-1B6D39D17BC8}" type="datetimeFigureOut">
              <a:rPr lang="ru-RU" smtClean="0"/>
              <a:t>03.08.2026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EB55BC-5D1C-4F9D-ACEC-55AEBA74AC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5100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slide" Target="slide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2.png"/><Relationship Id="rId4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png"/><Relationship Id="rId5" Type="http://schemas.openxmlformats.org/officeDocument/2006/relationships/image" Target="../media/image23.emf"/><Relationship Id="rId4" Type="http://schemas.openxmlformats.org/officeDocument/2006/relationships/package" Target="../embeddings/Microsoft_Excel_Worksheet3.xls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Excel_Worksheet4.xlsx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2.png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4555D7-BD3B-441F-81C7-57008492C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latin typeface="Arial Black" panose="020B0A04020102020204" pitchFamily="34" charset="0"/>
              </a:rPr>
              <a:t>Модификации в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java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ru-RU" b="1" dirty="0">
                <a:latin typeface="Arial Black" panose="020B0A04020102020204" pitchFamily="34" charset="0"/>
              </a:rPr>
              <a:t>архивах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6FF557-3E05-4C8B-BA39-0B64FB5D53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Что это?1</a:t>
            </a:r>
          </a:p>
          <a:p>
            <a:r>
              <a:rPr lang="ru-RU" dirty="0"/>
              <a:t>Как создать?2</a:t>
            </a:r>
          </a:p>
          <a:p>
            <a:r>
              <a:rPr lang="ru-RU" dirty="0"/>
              <a:t>Для разработки что надо установить?3</a:t>
            </a:r>
          </a:p>
          <a:p>
            <a:r>
              <a:rPr lang="ru-RU" dirty="0"/>
              <a:t>Возможности какие?4</a:t>
            </a:r>
          </a:p>
          <a:p>
            <a:r>
              <a:rPr lang="ru-RU" dirty="0"/>
              <a:t>Домашнее задание!5</a:t>
            </a:r>
          </a:p>
        </p:txBody>
      </p:sp>
    </p:spTree>
    <p:extLst>
      <p:ext uri="{BB962C8B-B14F-4D97-AF65-F5344CB8AC3E}">
        <p14:creationId xmlns:p14="http://schemas.microsoft.com/office/powerpoint/2010/main" val="223378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67D0A25-9334-4EC2-8C6B-69CF39EF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448" y="136711"/>
            <a:ext cx="5547761" cy="310602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4139F-7A81-4359-A01B-D970739F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 глава что это где найти?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723B83-B823-4700-8F52-B8E927F3F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211" y="3678020"/>
            <a:ext cx="4937655" cy="623047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Пример использования </a:t>
            </a:r>
            <a:r>
              <a:rPr lang="en-US" dirty="0">
                <a:solidFill>
                  <a:srgbClr val="FF0000"/>
                </a:solidFill>
              </a:rPr>
              <a:t>.jar </a:t>
            </a:r>
            <a:r>
              <a:rPr lang="ru-RU" dirty="0"/>
              <a:t>файлов установщики модов перемешаем туда файл твоё имя </a:t>
            </a:r>
            <a:r>
              <a:rPr lang="ru-RU" dirty="0">
                <a:solidFill>
                  <a:srgbClr val="FF0000"/>
                </a:solidFill>
              </a:rPr>
              <a:t>мод</a:t>
            </a:r>
            <a:r>
              <a:rPr lang="en-US" dirty="0">
                <a:solidFill>
                  <a:srgbClr val="FF0000"/>
                </a:solidFill>
              </a:rPr>
              <a:t>.jar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F355E2-7E54-4DC3-AEC9-82A54AB4B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8133" y="3428999"/>
            <a:ext cx="4934479" cy="872067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Как они работают? Что делают?</a:t>
            </a:r>
          </a:p>
          <a:p>
            <a:r>
              <a:rPr lang="ru-RU" dirty="0"/>
              <a:t>Они генерируют файлы и распаковывают архив </a:t>
            </a:r>
            <a:r>
              <a:rPr lang="en-US" dirty="0"/>
              <a:t>zip </a:t>
            </a:r>
            <a:r>
              <a:rPr lang="ru-RU" dirty="0"/>
              <a:t>внутри </a:t>
            </a:r>
            <a:r>
              <a:rPr lang="en-US" dirty="0">
                <a:solidFill>
                  <a:srgbClr val="FF0000"/>
                </a:solidFill>
              </a:rPr>
              <a:t>Java</a:t>
            </a:r>
            <a:r>
              <a:rPr lang="en-US" dirty="0"/>
              <a:t> </a:t>
            </a:r>
            <a:r>
              <a:rPr lang="ru-RU" dirty="0"/>
              <a:t>файла есть данные ку да они их распаковывают!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77365D-A01F-4651-A548-10F091363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1" y="685800"/>
            <a:ext cx="4544229" cy="29922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B001F3-52EA-4A01-A493-90D15A72C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9609" y="1207315"/>
            <a:ext cx="781159" cy="352474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D01D2FC-9532-4F71-A739-518EA3FFAE3A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8794377" y="322730"/>
            <a:ext cx="2475232" cy="10608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4E9196A-2A92-4595-9497-ADB7D867B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262" y="4147541"/>
            <a:ext cx="3911506" cy="2687205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1C91CC9-7414-4B21-833B-F1C722684F09}"/>
              </a:ext>
            </a:extLst>
          </p:cNvPr>
          <p:cNvCxnSpPr/>
          <p:nvPr/>
        </p:nvCxnSpPr>
        <p:spPr>
          <a:xfrm>
            <a:off x="8552329" y="1317812"/>
            <a:ext cx="2644589" cy="29832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802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3A31A-C435-4875-B022-78DBE73AD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156706"/>
            <a:ext cx="9526329" cy="65445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789913-6692-4C59-AA62-36A3B7889E37}"/>
              </a:ext>
            </a:extLst>
          </p:cNvPr>
          <p:cNvSpPr txBox="1"/>
          <p:nvPr/>
        </p:nvSpPr>
        <p:spPr>
          <a:xfrm>
            <a:off x="3962400" y="1954305"/>
            <a:ext cx="553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“”-</a:t>
            </a:r>
            <a:r>
              <a:rPr lang="ru-RU" dirty="0">
                <a:solidFill>
                  <a:srgbClr val="FF0000"/>
                </a:solidFill>
              </a:rPr>
              <a:t>это </a:t>
            </a:r>
            <a:r>
              <a:rPr lang="en-US" dirty="0">
                <a:solidFill>
                  <a:srgbClr val="FF0000"/>
                </a:solidFill>
              </a:rPr>
              <a:t>root </a:t>
            </a:r>
            <a:r>
              <a:rPr lang="en-US" dirty="0" err="1">
                <a:solidFill>
                  <a:srgbClr val="FF0000"/>
                </a:solidFill>
              </a:rPr>
              <a:t>papka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игра выбирает по </a:t>
            </a:r>
            <a:r>
              <a:rPr lang="ru-RU" dirty="0" err="1">
                <a:solidFill>
                  <a:srgbClr val="FF0000"/>
                </a:solidFill>
              </a:rPr>
              <a:t>улочанию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		 главная </a:t>
            </a:r>
            <a:r>
              <a:rPr lang="ru-RU" dirty="0" err="1">
                <a:solidFill>
                  <a:srgbClr val="FF0000"/>
                </a:solidFill>
              </a:rPr>
              <a:t>пакпа</a:t>
            </a:r>
            <a:r>
              <a:rPr lang="ru-RU" dirty="0">
                <a:solidFill>
                  <a:srgbClr val="FF0000"/>
                </a:solidFill>
              </a:rPr>
              <a:t> игры</a:t>
            </a:r>
            <a:r>
              <a:rPr lang="en-US" dirty="0">
                <a:solidFill>
                  <a:srgbClr val="FF0000"/>
                </a:solidFill>
              </a:rPr>
              <a:t>/[file.zip]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C3FF9F-4D29-4BA5-ACE8-37B66675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554" y="2600636"/>
            <a:ext cx="5800383" cy="3376177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ED44FF4A-7B07-44A0-A7E6-5D07CBFF9786}"/>
              </a:ext>
            </a:extLst>
          </p:cNvPr>
          <p:cNvCxnSpPr/>
          <p:nvPr/>
        </p:nvCxnSpPr>
        <p:spPr>
          <a:xfrm>
            <a:off x="8588188" y="2429435"/>
            <a:ext cx="1021977" cy="2626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136F559-B8D6-4A6D-B510-2D186A7F2FAF}"/>
              </a:ext>
            </a:extLst>
          </p:cNvPr>
          <p:cNvCxnSpPr/>
          <p:nvPr/>
        </p:nvCxnSpPr>
        <p:spPr>
          <a:xfrm flipH="1" flipV="1">
            <a:off x="7700682" y="3325906"/>
            <a:ext cx="1730189" cy="17929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2E5245A-D799-40C4-8163-336FB8B0A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41" y="3038199"/>
            <a:ext cx="4303135" cy="3567456"/>
          </a:xfrm>
          <a:prstGeom prst="rect">
            <a:avLst/>
          </a:prstGeom>
        </p:spPr>
      </p:pic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9E8A53F-6A9E-44FF-B732-CFAD8C4AC862}"/>
              </a:ext>
            </a:extLst>
          </p:cNvPr>
          <p:cNvCxnSpPr/>
          <p:nvPr/>
        </p:nvCxnSpPr>
        <p:spPr>
          <a:xfrm flipH="1">
            <a:off x="466165" y="2429435"/>
            <a:ext cx="3173506" cy="1667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A10CDAE-81D4-4F7F-ACEF-8959F8770AEF}"/>
              </a:ext>
            </a:extLst>
          </p:cNvPr>
          <p:cNvCxnSpPr/>
          <p:nvPr/>
        </p:nvCxnSpPr>
        <p:spPr>
          <a:xfrm flipV="1">
            <a:off x="466165" y="3742764"/>
            <a:ext cx="9959788" cy="4796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98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72C956-B074-4478-8CA9-9E9434AA3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961" y="70137"/>
            <a:ext cx="9507277" cy="6592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645F0-B597-4608-BA55-29D3C9192F42}"/>
              </a:ext>
            </a:extLst>
          </p:cNvPr>
          <p:cNvSpPr txBox="1"/>
          <p:nvPr/>
        </p:nvSpPr>
        <p:spPr>
          <a:xfrm>
            <a:off x="4285129" y="1918447"/>
            <a:ext cx="5118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Но код может решить её </a:t>
            </a:r>
            <a:r>
              <a:rPr lang="ru-RU" dirty="0" err="1">
                <a:solidFill>
                  <a:srgbClr val="FF0000"/>
                </a:solidFill>
              </a:rPr>
              <a:t>рапоковать</a:t>
            </a:r>
            <a:r>
              <a:rPr lang="ru-RU" dirty="0">
                <a:solidFill>
                  <a:srgbClr val="FF0000"/>
                </a:solidFill>
              </a:rPr>
              <a:t> суда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93D7A-5928-4B76-870C-9932D7FCB984}"/>
              </a:ext>
            </a:extLst>
          </p:cNvPr>
          <p:cNvSpPr txBox="1"/>
          <p:nvPr/>
        </p:nvSpPr>
        <p:spPr>
          <a:xfrm>
            <a:off x="4192763" y="2420471"/>
            <a:ext cx="642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И передать ключ например </a:t>
            </a:r>
            <a:r>
              <a:rPr lang="en-US" dirty="0">
                <a:solidFill>
                  <a:srgbClr val="FF0000"/>
                </a:solidFill>
              </a:rPr>
              <a:t>.mp4 </a:t>
            </a:r>
            <a:r>
              <a:rPr lang="ru-RU" dirty="0">
                <a:solidFill>
                  <a:srgbClr val="FF0000"/>
                </a:solidFill>
              </a:rPr>
              <a:t>или </a:t>
            </a:r>
            <a:r>
              <a:rPr lang="en-US" dirty="0" err="1">
                <a:solidFill>
                  <a:srgbClr val="FF0000"/>
                </a:solidFill>
              </a:rPr>
              <a:t>RunJS:SUMMON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47C85-F6FB-47AD-AA32-734E929D8289}"/>
              </a:ext>
            </a:extLst>
          </p:cNvPr>
          <p:cNvSpPr txBox="1"/>
          <p:nvPr/>
        </p:nvSpPr>
        <p:spPr>
          <a:xfrm>
            <a:off x="5270975" y="2996915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.mp4 </a:t>
            </a:r>
            <a:r>
              <a:rPr lang="ru-RU" dirty="0">
                <a:solidFill>
                  <a:srgbClr val="FF0000"/>
                </a:solidFill>
              </a:rPr>
              <a:t>значит запустить заставку игры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75B435-F1EB-4C6D-AA9F-D6B70B42A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095" y="3378317"/>
            <a:ext cx="5621281" cy="3284040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F984875-3768-43FF-8677-E833A5E6CD09}"/>
              </a:ext>
            </a:extLst>
          </p:cNvPr>
          <p:cNvCxnSpPr/>
          <p:nvPr/>
        </p:nvCxnSpPr>
        <p:spPr>
          <a:xfrm flipH="1">
            <a:off x="5486400" y="3366247"/>
            <a:ext cx="62753" cy="1869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EED4748-29A3-475C-ACF5-E42BA7CD332F}"/>
              </a:ext>
            </a:extLst>
          </p:cNvPr>
          <p:cNvCxnSpPr/>
          <p:nvPr/>
        </p:nvCxnSpPr>
        <p:spPr>
          <a:xfrm>
            <a:off x="3697735" y="2698376"/>
            <a:ext cx="1573240" cy="2545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8B56A8D-EE8A-4919-B011-05815AB6C671}"/>
              </a:ext>
            </a:extLst>
          </p:cNvPr>
          <p:cNvCxnSpPr/>
          <p:nvPr/>
        </p:nvCxnSpPr>
        <p:spPr>
          <a:xfrm flipH="1">
            <a:off x="2551561" y="2213359"/>
            <a:ext cx="1321192" cy="16862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5B5CB22-2079-4CC0-8338-215B86101E5A}"/>
              </a:ext>
            </a:extLst>
          </p:cNvPr>
          <p:cNvSpPr txBox="1"/>
          <p:nvPr/>
        </p:nvSpPr>
        <p:spPr>
          <a:xfrm>
            <a:off x="1189961" y="5932805"/>
            <a:ext cx="7402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Убедитесь что у вас есть эта папка иначе игра не запуститься</a:t>
            </a:r>
          </a:p>
        </p:txBody>
      </p:sp>
      <p:pic>
        <p:nvPicPr>
          <p:cNvPr id="16" name="video">
            <a:hlinkClick r:id="" action="ppaction://media"/>
            <a:extLst>
              <a:ext uri="{FF2B5EF4-FFF2-40B4-BE49-F238E27FC236}">
                <a16:creationId xmlns:a16="http://schemas.microsoft.com/office/drawing/2014/main" id="{9D19D649-3F17-4B02-BF99-8E7D931156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39741" y="3531772"/>
            <a:ext cx="3091803" cy="2318852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6F7B5E4-3A64-4B81-A37D-30EBC7DECABF}"/>
              </a:ext>
            </a:extLst>
          </p:cNvPr>
          <p:cNvCxnSpPr/>
          <p:nvPr/>
        </p:nvCxnSpPr>
        <p:spPr>
          <a:xfrm flipV="1">
            <a:off x="5852019" y="5140137"/>
            <a:ext cx="1292303" cy="429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5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5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891D03-79B5-47B0-9575-FE6057DD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44" y="137653"/>
            <a:ext cx="9507277" cy="65826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A37361-4EBD-414B-BA81-87A99F3BB2AA}"/>
              </a:ext>
            </a:extLst>
          </p:cNvPr>
          <p:cNvSpPr txBox="1"/>
          <p:nvPr/>
        </p:nvSpPr>
        <p:spPr>
          <a:xfrm>
            <a:off x="4078940" y="2934162"/>
            <a:ext cx="3585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Аргумент </a:t>
            </a:r>
            <a:r>
              <a:rPr lang="en-US" dirty="0" err="1">
                <a:solidFill>
                  <a:srgbClr val="FF0000"/>
                </a:solidFill>
              </a:rPr>
              <a:t>args</a:t>
            </a:r>
            <a:r>
              <a:rPr lang="en-US" dirty="0">
                <a:solidFill>
                  <a:srgbClr val="FF0000"/>
                </a:solidFill>
              </a:rPr>
              <a:t>[0] </a:t>
            </a:r>
            <a:r>
              <a:rPr lang="ru-RU" dirty="0">
                <a:solidFill>
                  <a:srgbClr val="FF0000"/>
                </a:solidFill>
              </a:rPr>
              <a:t>это ваше </a:t>
            </a:r>
            <a:r>
              <a:rPr lang="ru-RU" dirty="0" err="1">
                <a:solidFill>
                  <a:srgbClr val="FF0000"/>
                </a:solidFill>
              </a:rPr>
              <a:t>сообшение</a:t>
            </a:r>
            <a:r>
              <a:rPr lang="ru-RU" dirty="0">
                <a:solidFill>
                  <a:srgbClr val="FF0000"/>
                </a:solidFill>
              </a:rPr>
              <a:t> файлу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4B02BD7-4551-49CA-909E-E543C73A479A}"/>
              </a:ext>
            </a:extLst>
          </p:cNvPr>
          <p:cNvSpPr/>
          <p:nvPr/>
        </p:nvSpPr>
        <p:spPr>
          <a:xfrm>
            <a:off x="313765" y="3971364"/>
            <a:ext cx="5656729" cy="1702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507CD0-6C21-415A-BC7C-AE156B3DA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00" y="4069028"/>
            <a:ext cx="5420481" cy="1552792"/>
          </a:xfrm>
          <a:prstGeom prst="rect">
            <a:avLst/>
          </a:prstGeom>
        </p:spPr>
      </p:pic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E031B4E-CD18-4738-9399-E814414BF5C0}"/>
              </a:ext>
            </a:extLst>
          </p:cNvPr>
          <p:cNvCxnSpPr/>
          <p:nvPr/>
        </p:nvCxnSpPr>
        <p:spPr>
          <a:xfrm flipH="1">
            <a:off x="1918447" y="3765176"/>
            <a:ext cx="1730188" cy="4213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0916482-BA73-4862-8D9C-098831032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68" y="4069028"/>
            <a:ext cx="5420481" cy="1552792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7DAF58A-0D3E-4BCB-AF06-4164D5EE8FAC}"/>
              </a:ext>
            </a:extLst>
          </p:cNvPr>
          <p:cNvSpPr/>
          <p:nvPr/>
        </p:nvSpPr>
        <p:spPr>
          <a:xfrm>
            <a:off x="6250743" y="3550128"/>
            <a:ext cx="5656729" cy="346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289DC96-3B46-4BD8-B69B-2D2633EB5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478" y="3625317"/>
            <a:ext cx="5575757" cy="32543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9B0410-4FAE-41D0-B3D6-975D9E587CF9}"/>
              </a:ext>
            </a:extLst>
          </p:cNvPr>
          <p:cNvSpPr txBox="1"/>
          <p:nvPr/>
        </p:nvSpPr>
        <p:spPr>
          <a:xfrm>
            <a:off x="3720352" y="3795103"/>
            <a:ext cx="63145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Нажмите </a:t>
            </a:r>
            <a:r>
              <a:rPr lang="en-US" dirty="0">
                <a:solidFill>
                  <a:srgbClr val="FF0000"/>
                </a:solidFill>
              </a:rPr>
              <a:t>F9</a:t>
            </a:r>
            <a:r>
              <a:rPr lang="ru-RU" dirty="0">
                <a:solidFill>
                  <a:srgbClr val="FF0000"/>
                </a:solidFill>
              </a:rPr>
              <a:t> и приводе в консоль </a:t>
            </a:r>
            <a:r>
              <a:rPr lang="en-US" dirty="0">
                <a:solidFill>
                  <a:srgbClr val="FF0000"/>
                </a:solidFill>
              </a:rPr>
              <a:t>jar </a:t>
            </a:r>
            <a:r>
              <a:rPr lang="en-US" dirty="0" err="1">
                <a:solidFill>
                  <a:srgbClr val="FF0000"/>
                </a:solidFill>
              </a:rPr>
              <a:t>Genarate</a:t>
            </a:r>
            <a:r>
              <a:rPr lang="en-US" dirty="0">
                <a:solidFill>
                  <a:srgbClr val="FF0000"/>
                </a:solidFill>
              </a:rPr>
              <a:t> Mouse</a:t>
            </a:r>
          </a:p>
          <a:p>
            <a:r>
              <a:rPr lang="ru-RU" dirty="0">
                <a:solidFill>
                  <a:srgbClr val="FF0000"/>
                </a:solidFill>
              </a:rPr>
              <a:t>           Файл </a:t>
            </a:r>
            <a:r>
              <a:rPr lang="en-US" dirty="0">
                <a:solidFill>
                  <a:srgbClr val="FF0000"/>
                </a:solidFill>
              </a:rPr>
              <a:t>Genarade.jar </a:t>
            </a:r>
            <a:r>
              <a:rPr lang="ru-RU" dirty="0">
                <a:solidFill>
                  <a:srgbClr val="FF0000"/>
                </a:solidFill>
              </a:rPr>
              <a:t>передаст команду игре</a:t>
            </a:r>
          </a:p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 err="1">
                <a:solidFill>
                  <a:srgbClr val="FF0000"/>
                </a:solidFill>
              </a:rPr>
              <a:t>RunJS:SUMMONMouse</a:t>
            </a:r>
            <a:r>
              <a:rPr lang="en-US" dirty="0">
                <a:solidFill>
                  <a:srgbClr val="FF0000"/>
                </a:solidFill>
              </a:rPr>
              <a:t>”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55595C-01EB-4B4D-ADCA-AF41C3701DB7}"/>
              </a:ext>
            </a:extLst>
          </p:cNvPr>
          <p:cNvSpPr txBox="1"/>
          <p:nvPr/>
        </p:nvSpPr>
        <p:spPr>
          <a:xfrm>
            <a:off x="3299819" y="5217331"/>
            <a:ext cx="38122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Игра запустит этот скрипт</a:t>
            </a:r>
          </a:p>
          <a:p>
            <a:r>
              <a:rPr lang="ru-RU" dirty="0">
                <a:solidFill>
                  <a:srgbClr val="FF0000"/>
                </a:solidFill>
              </a:rPr>
              <a:t>Который создаст объект </a:t>
            </a:r>
            <a:r>
              <a:rPr lang="en-US" dirty="0">
                <a:solidFill>
                  <a:srgbClr val="FF0000"/>
                </a:solidFill>
              </a:rPr>
              <a:t>Mouse</a:t>
            </a:r>
          </a:p>
          <a:p>
            <a:r>
              <a:rPr lang="ru-RU" dirty="0">
                <a:solidFill>
                  <a:srgbClr val="FF0000"/>
                </a:solidFill>
              </a:rPr>
              <a:t>У игрока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88914F77-F472-4972-8AC0-E56E78E99D9A}"/>
              </a:ext>
            </a:extLst>
          </p:cNvPr>
          <p:cNvCxnSpPr/>
          <p:nvPr/>
        </p:nvCxnSpPr>
        <p:spPr>
          <a:xfrm>
            <a:off x="7001435" y="5735363"/>
            <a:ext cx="1140862" cy="1445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02755A89-134D-4EE1-BF41-72316D837EBA}"/>
              </a:ext>
            </a:extLst>
          </p:cNvPr>
          <p:cNvCxnSpPr>
            <a:cxnSpLocks/>
          </p:cNvCxnSpPr>
          <p:nvPr/>
        </p:nvCxnSpPr>
        <p:spPr>
          <a:xfrm>
            <a:off x="7664823" y="3971364"/>
            <a:ext cx="2294965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84B85F-236F-47E3-B008-F02894153834}"/>
              </a:ext>
            </a:extLst>
          </p:cNvPr>
          <p:cNvSpPr txBox="1"/>
          <p:nvPr/>
        </p:nvSpPr>
        <p:spPr>
          <a:xfrm>
            <a:off x="7624192" y="3442750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jar </a:t>
            </a:r>
            <a:r>
              <a:rPr lang="en-US" dirty="0" err="1">
                <a:solidFill>
                  <a:srgbClr val="FF0000"/>
                </a:solidFill>
              </a:rPr>
              <a:t>Gamemode</a:t>
            </a:r>
            <a:r>
              <a:rPr lang="en-US" dirty="0">
                <a:solidFill>
                  <a:srgbClr val="FF0000"/>
                </a:solidFill>
              </a:rPr>
              <a:t> Mouse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6" name="Управляющая кнопка: документ 2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A437D56-3B3C-4995-82EF-D3B691D7E3BF}"/>
              </a:ext>
            </a:extLst>
          </p:cNvPr>
          <p:cNvSpPr/>
          <p:nvPr/>
        </p:nvSpPr>
        <p:spPr>
          <a:xfrm>
            <a:off x="10476251" y="2711475"/>
            <a:ext cx="1042416" cy="1042416"/>
          </a:xfrm>
          <a:prstGeom prst="actionButton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F8018C-9222-45C9-84AB-B0C5733C948C}"/>
              </a:ext>
            </a:extLst>
          </p:cNvPr>
          <p:cNvSpPr txBox="1"/>
          <p:nvPr/>
        </p:nvSpPr>
        <p:spPr>
          <a:xfrm>
            <a:off x="7112081" y="2034988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Этот тип мода устанавливаться в</a:t>
            </a:r>
          </a:p>
          <a:p>
            <a:r>
              <a:rPr lang="ru-RU" dirty="0">
                <a:solidFill>
                  <a:srgbClr val="FF0000"/>
                </a:solidFill>
              </a:rPr>
              <a:t>Другую папку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6D4F5305-4FFD-40A4-974C-50A546D531A3}"/>
              </a:ext>
            </a:extLst>
          </p:cNvPr>
          <p:cNvCxnSpPr/>
          <p:nvPr/>
        </p:nvCxnSpPr>
        <p:spPr>
          <a:xfrm>
            <a:off x="9009529" y="2456329"/>
            <a:ext cx="1346501" cy="4778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75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D90EC8-F29E-4939-BC3D-27734446B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9" y="232959"/>
            <a:ext cx="9907383" cy="578248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F35349-99F3-475D-B0C9-A7F9E84C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82" y="4240709"/>
            <a:ext cx="9745435" cy="2267266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3E001021-C761-4417-8E57-30E5E047E400}"/>
              </a:ext>
            </a:extLst>
          </p:cNvPr>
          <p:cNvCxnSpPr/>
          <p:nvPr/>
        </p:nvCxnSpPr>
        <p:spPr>
          <a:xfrm flipH="1">
            <a:off x="3173506" y="2788024"/>
            <a:ext cx="152400" cy="3227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14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A8B9AD-42B4-4181-9557-6C5A51D5A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2" y="161767"/>
            <a:ext cx="9745435" cy="2267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678030-2A74-463D-85B6-4475741742B0}"/>
              </a:ext>
            </a:extLst>
          </p:cNvPr>
          <p:cNvSpPr txBox="1"/>
          <p:nvPr/>
        </p:nvSpPr>
        <p:spPr>
          <a:xfrm>
            <a:off x="206188" y="2429033"/>
            <a:ext cx="11025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Этот объект режим игры игрока загружающий в игру шейдер и  логику в реальном времени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F2F5D6-A17E-4780-806B-9B52F7C11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8" y="3076229"/>
            <a:ext cx="6801799" cy="1352739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C720A64-F162-426F-A24A-92A3A17B878C}"/>
              </a:ext>
            </a:extLst>
          </p:cNvPr>
          <p:cNvCxnSpPr/>
          <p:nvPr/>
        </p:nvCxnSpPr>
        <p:spPr>
          <a:xfrm flipH="1">
            <a:off x="2868706" y="2716306"/>
            <a:ext cx="3818965" cy="12729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48CD267-314D-4758-8A01-FEC96A03B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316" y="2838585"/>
            <a:ext cx="4807495" cy="3750473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091B172-0337-4E1D-B210-C523E8D8C153}"/>
              </a:ext>
            </a:extLst>
          </p:cNvPr>
          <p:cNvCxnSpPr/>
          <p:nvPr/>
        </p:nvCxnSpPr>
        <p:spPr>
          <a:xfrm flipH="1">
            <a:off x="2698376" y="2706897"/>
            <a:ext cx="5647765" cy="1506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E909FF-4C26-4DF6-9E30-4C12533FE9A3}"/>
              </a:ext>
            </a:extLst>
          </p:cNvPr>
          <p:cNvSpPr txBox="1"/>
          <p:nvPr/>
        </p:nvSpPr>
        <p:spPr>
          <a:xfrm>
            <a:off x="253246" y="4522166"/>
            <a:ext cx="947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Логика в реальном времени и определяет как объект взаимодействует с игрой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32FDE4F-95A3-4E9C-9D5A-37CB626E3DA4}"/>
              </a:ext>
            </a:extLst>
          </p:cNvPr>
          <p:cNvCxnSpPr/>
          <p:nvPr/>
        </p:nvCxnSpPr>
        <p:spPr>
          <a:xfrm flipH="1">
            <a:off x="941294" y="5065631"/>
            <a:ext cx="107577" cy="1523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FE9D392-3358-4B37-8427-45C9F5E31846}"/>
              </a:ext>
            </a:extLst>
          </p:cNvPr>
          <p:cNvCxnSpPr/>
          <p:nvPr/>
        </p:nvCxnSpPr>
        <p:spPr>
          <a:xfrm>
            <a:off x="2698376" y="4276165"/>
            <a:ext cx="6069106" cy="1528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5B643F7-44A4-468D-A8DA-23D2EA5F81A4}"/>
              </a:ext>
            </a:extLst>
          </p:cNvPr>
          <p:cNvCxnSpPr/>
          <p:nvPr/>
        </p:nvCxnSpPr>
        <p:spPr>
          <a:xfrm>
            <a:off x="5961529" y="5065631"/>
            <a:ext cx="923365" cy="13710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0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FC15494D-CAB3-4639-9501-8BD8F6BCC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545012"/>
              </p:ext>
            </p:extLst>
          </p:nvPr>
        </p:nvGraphicFramePr>
        <p:xfrm>
          <a:off x="8294594" y="871819"/>
          <a:ext cx="2343150" cy="366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Worksheet" r:id="rId3" imgW="2343040" imgH="3667158" progId="Excel.Sheet.12">
                  <p:embed/>
                </p:oleObj>
              </mc:Choice>
              <mc:Fallback>
                <p:oleObj name="Worksheet" r:id="rId3" imgW="2343040" imgH="366715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94594" y="871819"/>
                        <a:ext cx="2343150" cy="366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0E13C7D2-58F0-4883-9938-32ABEC714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655153"/>
              </p:ext>
            </p:extLst>
          </p:nvPr>
        </p:nvGraphicFramePr>
        <p:xfrm>
          <a:off x="1807143" y="738468"/>
          <a:ext cx="3086100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Worksheet" r:id="rId5" imgW="3086144" imgH="3933988" progId="Excel.Sheet.12">
                  <p:embed/>
                </p:oleObj>
              </mc:Choice>
              <mc:Fallback>
                <p:oleObj name="Worksheet" r:id="rId5" imgW="3086144" imgH="393398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7143" y="738468"/>
                        <a:ext cx="3086100" cy="393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2AC527-FC91-48D7-AB45-DFB7B5469A3C}"/>
              </a:ext>
            </a:extLst>
          </p:cNvPr>
          <p:cNvSpPr txBox="1"/>
          <p:nvPr/>
        </p:nvSpPr>
        <p:spPr>
          <a:xfrm>
            <a:off x="773206" y="4912659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Их изучить можно вне режима просмотра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852974E3-C498-4832-9392-EA85DF6C85AA}"/>
              </a:ext>
            </a:extLst>
          </p:cNvPr>
          <p:cNvCxnSpPr/>
          <p:nvPr/>
        </p:nvCxnSpPr>
        <p:spPr>
          <a:xfrm flipH="1">
            <a:off x="3469341" y="-107576"/>
            <a:ext cx="206188" cy="627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349AB6C-BC35-4DC6-87AD-236CAF198294}"/>
              </a:ext>
            </a:extLst>
          </p:cNvPr>
          <p:cNvCxnSpPr/>
          <p:nvPr/>
        </p:nvCxnSpPr>
        <p:spPr>
          <a:xfrm>
            <a:off x="8294594" y="-134471"/>
            <a:ext cx="625288" cy="8729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0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DEDD57-0866-4628-B2C9-40B6A00F3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40" y="561575"/>
            <a:ext cx="9993120" cy="5734850"/>
          </a:xfrm>
          <a:prstGeom prst="rect">
            <a:avLst/>
          </a:prstGeom>
        </p:spPr>
      </p:pic>
      <p:sp>
        <p:nvSpPr>
          <p:cNvPr id="8" name="Управляющая кнопка: документ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8BC98D2-8900-4DBE-BC45-5F32D7B713B3}"/>
              </a:ext>
            </a:extLst>
          </p:cNvPr>
          <p:cNvSpPr/>
          <p:nvPr/>
        </p:nvSpPr>
        <p:spPr>
          <a:xfrm>
            <a:off x="806824" y="797859"/>
            <a:ext cx="1042416" cy="1042416"/>
          </a:xfrm>
          <a:prstGeom prst="actionButton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009C80F-0D1D-43F7-9D49-5EDEE83051BB}"/>
              </a:ext>
            </a:extLst>
          </p:cNvPr>
          <p:cNvCxnSpPr/>
          <p:nvPr/>
        </p:nvCxnSpPr>
        <p:spPr>
          <a:xfrm>
            <a:off x="1999129" y="1586753"/>
            <a:ext cx="1488142" cy="690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E57BA55-1967-4581-93DA-DCD8DA155860}"/>
              </a:ext>
            </a:extLst>
          </p:cNvPr>
          <p:cNvCxnSpPr>
            <a:cxnSpLocks/>
          </p:cNvCxnSpPr>
          <p:nvPr/>
        </p:nvCxnSpPr>
        <p:spPr>
          <a:xfrm flipH="1">
            <a:off x="367553" y="2160494"/>
            <a:ext cx="9448800" cy="43299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D033E9-4CC6-41DE-8472-A4835D60C56F}"/>
              </a:ext>
            </a:extLst>
          </p:cNvPr>
          <p:cNvSpPr txBox="1"/>
          <p:nvPr/>
        </p:nvSpPr>
        <p:spPr>
          <a:xfrm>
            <a:off x="9466729" y="2590800"/>
            <a:ext cx="202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Информация </a:t>
            </a:r>
          </a:p>
          <a:p>
            <a:r>
              <a:rPr lang="ru-RU" dirty="0">
                <a:solidFill>
                  <a:srgbClr val="FF0000"/>
                </a:solidFill>
              </a:rPr>
              <a:t>о содержимом</a:t>
            </a:r>
          </a:p>
        </p:txBody>
      </p:sp>
    </p:spTree>
    <p:extLst>
      <p:ext uri="{BB962C8B-B14F-4D97-AF65-F5344CB8AC3E}">
        <p14:creationId xmlns:p14="http://schemas.microsoft.com/office/powerpoint/2010/main" val="229717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B115FD-FDC9-4D1A-B42A-213B90179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415" y="1783976"/>
            <a:ext cx="8459381" cy="475363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3FFDEE-70DA-4E0F-88D9-4DB205DA1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13" y="223788"/>
            <a:ext cx="6757175" cy="3782797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A4E63E2-5629-497F-A0D1-73A78BFCF048}"/>
              </a:ext>
            </a:extLst>
          </p:cNvPr>
          <p:cNvCxnSpPr>
            <a:cxnSpLocks/>
          </p:cNvCxnSpPr>
          <p:nvPr/>
        </p:nvCxnSpPr>
        <p:spPr>
          <a:xfrm>
            <a:off x="4347882" y="2393576"/>
            <a:ext cx="2985247" cy="17672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318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23CE2-89FC-42AE-BCB5-F3AC4626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Глава 2 как создать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F41449-F701-45F1-9810-37511F236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Урок по созданию мода</a:t>
            </a:r>
          </a:p>
          <a:p>
            <a:r>
              <a:rPr lang="ru-RU" dirty="0"/>
              <a:t>установщика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D5FEDA-E03F-492B-9867-0F162EB294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1 скопировать код разархиватора</a:t>
            </a:r>
          </a:p>
          <a:p>
            <a:pPr marL="0" indent="0">
              <a:buNone/>
            </a:pPr>
            <a:r>
              <a:rPr lang="ru-RU" dirty="0"/>
              <a:t>В файл </a:t>
            </a:r>
            <a:r>
              <a:rPr lang="en-US" b="1" dirty="0">
                <a:solidFill>
                  <a:srgbClr val="FF0000"/>
                </a:solidFill>
              </a:rPr>
              <a:t>main.java</a:t>
            </a:r>
            <a:r>
              <a:rPr lang="en-US" b="1" dirty="0"/>
              <a:t> </a:t>
            </a:r>
            <a:r>
              <a:rPr lang="ru-RU" dirty="0"/>
              <a:t>в папке мой проект создайте её на рабочем столе</a:t>
            </a:r>
          </a:p>
          <a:p>
            <a:r>
              <a:rPr lang="ru-RU" dirty="0"/>
              <a:t>2 создать ресурсы мода </a:t>
            </a:r>
            <a:r>
              <a:rPr lang="ru-RU" b="1" dirty="0" err="1">
                <a:solidFill>
                  <a:srgbClr val="FF0000"/>
                </a:solidFill>
              </a:rPr>
              <a:t>Ъэто</a:t>
            </a:r>
            <a:r>
              <a:rPr lang="ru-RU" b="1" dirty="0">
                <a:solidFill>
                  <a:srgbClr val="FF0000"/>
                </a:solidFill>
              </a:rPr>
              <a:t> отдельная длинная </a:t>
            </a:r>
            <a:r>
              <a:rPr lang="ru-RU" b="1" dirty="0" err="1">
                <a:solidFill>
                  <a:srgbClr val="FF0000"/>
                </a:solidFill>
              </a:rPr>
              <a:t>темаЪ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dirty="0"/>
              <a:t>пока просто создадим машинку и упакуем в установщик</a:t>
            </a:r>
          </a:p>
          <a:p>
            <a:r>
              <a:rPr lang="ru-RU" dirty="0"/>
              <a:t>3 соберём </a:t>
            </a:r>
            <a:r>
              <a:rPr lang="en-US" b="1" dirty="0">
                <a:solidFill>
                  <a:srgbClr val="FF0000"/>
                </a:solidFill>
              </a:rPr>
              <a:t>.jar </a:t>
            </a:r>
            <a:r>
              <a:rPr lang="ru-RU" dirty="0"/>
              <a:t>файл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6DED55-1AD0-4BDE-87D4-60991C8D2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Урок по созданию чит кода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54008D-0798-4DEB-B053-3024E81273F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Повторим первый урок улучшив его!</a:t>
            </a:r>
          </a:p>
          <a:p>
            <a:r>
              <a:rPr lang="ru-RU" dirty="0"/>
              <a:t>Редактируем код запакуем новые ресурсы</a:t>
            </a:r>
          </a:p>
          <a:p>
            <a:r>
              <a:rPr lang="ru-RU" dirty="0"/>
              <a:t>И соберём </a:t>
            </a:r>
            <a:r>
              <a:rPr lang="en-US" b="1" dirty="0">
                <a:solidFill>
                  <a:srgbClr val="FF0000"/>
                </a:solidFill>
              </a:rPr>
              <a:t>.jar </a:t>
            </a:r>
            <a:r>
              <a:rPr lang="ru-RU" dirty="0"/>
              <a:t>и вызовем команду </a:t>
            </a:r>
            <a:r>
              <a:rPr lang="en-US" dirty="0"/>
              <a:t>“</a:t>
            </a:r>
            <a:r>
              <a:rPr lang="en-US" b="1" dirty="0">
                <a:solidFill>
                  <a:srgbClr val="FF0000"/>
                </a:solidFill>
              </a:rPr>
              <a:t>jar Automobile Sit</a:t>
            </a:r>
            <a:r>
              <a:rPr lang="en-US" dirty="0"/>
              <a:t>”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2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EDE6851F-481A-4654-B810-267A6594EB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655246"/>
              </p:ext>
            </p:extLst>
          </p:nvPr>
        </p:nvGraphicFramePr>
        <p:xfrm>
          <a:off x="584667" y="1562287"/>
          <a:ext cx="3657600" cy="421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Worksheet" r:id="rId3" imgW="3657600" imgH="4219425" progId="Excel.Sheet.12">
                  <p:embed/>
                </p:oleObj>
              </mc:Choice>
              <mc:Fallback>
                <p:oleObj name="Worksheet" r:id="rId3" imgW="3657600" imgH="42194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4667" y="1562287"/>
                        <a:ext cx="3657600" cy="421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F018EB-B4DB-4823-97A4-D069F6285C80}"/>
              </a:ext>
            </a:extLst>
          </p:cNvPr>
          <p:cNvSpPr txBox="1"/>
          <p:nvPr/>
        </p:nvSpPr>
        <p:spPr>
          <a:xfrm>
            <a:off x="441232" y="242047"/>
            <a:ext cx="107372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Включить показ расширений фалов</a:t>
            </a:r>
          </a:p>
          <a:p>
            <a:r>
              <a:rPr lang="ru-RU" dirty="0"/>
              <a:t>Создать </a:t>
            </a:r>
            <a:r>
              <a:rPr lang="en-US" dirty="0"/>
              <a:t>Word Document </a:t>
            </a:r>
            <a:r>
              <a:rPr lang="ru-RU" dirty="0"/>
              <a:t>внутри вашей новой папки с проектом</a:t>
            </a:r>
            <a:r>
              <a:rPr lang="en-US" dirty="0"/>
              <a:t> </a:t>
            </a:r>
            <a:r>
              <a:rPr lang="ru-RU" dirty="0"/>
              <a:t>и дать название </a:t>
            </a:r>
            <a:r>
              <a:rPr lang="en-US" dirty="0"/>
              <a:t>main.java</a:t>
            </a:r>
          </a:p>
          <a:p>
            <a:r>
              <a:rPr lang="ru-RU" dirty="0"/>
              <a:t>Запихните в ещё дну новую папку </a:t>
            </a:r>
            <a:r>
              <a:rPr lang="en-US" dirty="0" err="1"/>
              <a:t>src</a:t>
            </a:r>
            <a:r>
              <a:rPr lang="ru-RU" dirty="0"/>
              <a:t> Открыть с помощью </a:t>
            </a:r>
            <a:r>
              <a:rPr lang="en-US" dirty="0"/>
              <a:t>Notepad++  </a:t>
            </a:r>
            <a:r>
              <a:rPr lang="ru-RU" dirty="0"/>
              <a:t>файл </a:t>
            </a:r>
            <a:r>
              <a:rPr lang="en-US" dirty="0"/>
              <a:t>main.java</a:t>
            </a:r>
          </a:p>
          <a:p>
            <a:r>
              <a:rPr lang="ru-RU" dirty="0"/>
              <a:t>если такого приложения нет</a:t>
            </a:r>
            <a:r>
              <a:rPr lang="en-US" dirty="0"/>
              <a:t> </a:t>
            </a:r>
            <a:r>
              <a:rPr lang="ru-RU" dirty="0"/>
              <a:t>установите скопируйте туда код этот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16BAA-608A-40C0-9B68-D696E799E3F3}"/>
              </a:ext>
            </a:extLst>
          </p:cNvPr>
          <p:cNvSpPr txBox="1"/>
          <p:nvPr/>
        </p:nvSpPr>
        <p:spPr>
          <a:xfrm>
            <a:off x="441232" y="5901773"/>
            <a:ext cx="5306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Изучить код можно вне режима просмотра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784DFA-4741-4EBF-8934-EA81527C4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6" y="1442375"/>
            <a:ext cx="7409006" cy="43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6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5F0F73-3204-4E2E-BED2-6B6DE003F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12" y="318777"/>
            <a:ext cx="7323128" cy="4456423"/>
          </a:xfrm>
          <a:prstGeom prst="rect">
            <a:avLst/>
          </a:prstGeom>
        </p:spPr>
      </p:pic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DA9F5EF-DA86-4EA0-9800-3119E0553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340636"/>
              </p:ext>
            </p:extLst>
          </p:nvPr>
        </p:nvGraphicFramePr>
        <p:xfrm>
          <a:off x="8202036" y="318777"/>
          <a:ext cx="3731346" cy="418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Worksheet" r:id="rId4" imgW="4286272" imgH="4181508" progId="Excel.Sheet.12">
                  <p:embed/>
                </p:oleObj>
              </mc:Choice>
              <mc:Fallback>
                <p:oleObj name="Worksheet" r:id="rId4" imgW="4286272" imgH="418150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02036" y="318777"/>
                        <a:ext cx="3731346" cy="418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3C3BC8-B21A-476F-BF73-A5A5301B8916}"/>
              </a:ext>
            </a:extLst>
          </p:cNvPr>
          <p:cNvSpPr txBox="1"/>
          <p:nvPr/>
        </p:nvSpPr>
        <p:spPr>
          <a:xfrm>
            <a:off x="566712" y="4996609"/>
            <a:ext cx="1106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Изучить код можно вне режима просмотра</a:t>
            </a:r>
            <a:r>
              <a:rPr lang="en-US" dirty="0"/>
              <a:t> </a:t>
            </a:r>
            <a:r>
              <a:rPr lang="en-US" dirty="0" err="1"/>
              <a:t>Contrl+A</a:t>
            </a:r>
            <a:r>
              <a:rPr lang="en-US" dirty="0"/>
              <a:t> </a:t>
            </a:r>
            <a:r>
              <a:rPr lang="ru-RU" dirty="0"/>
              <a:t>потом </a:t>
            </a:r>
            <a:r>
              <a:rPr lang="en-US" dirty="0" err="1"/>
              <a:t>Contrl+C</a:t>
            </a:r>
            <a:r>
              <a:rPr lang="en-US" dirty="0"/>
              <a:t> </a:t>
            </a:r>
            <a:r>
              <a:rPr lang="ru-RU" dirty="0"/>
              <a:t>потом в Файле </a:t>
            </a:r>
            <a:r>
              <a:rPr lang="en-US" dirty="0" err="1"/>
              <a:t>Contrl+V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02E2B9-7C78-4CF8-BA4B-5BBDB03CB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87" y="5429167"/>
            <a:ext cx="3486637" cy="118126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B5D8A3-7951-42DD-AF6A-FADCA30617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2768" y="6147989"/>
            <a:ext cx="6285521" cy="4938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98C839-4885-4AA1-BB07-D09C448B99E5}"/>
              </a:ext>
            </a:extLst>
          </p:cNvPr>
          <p:cNvSpPr txBox="1"/>
          <p:nvPr/>
        </p:nvSpPr>
        <p:spPr>
          <a:xfrm>
            <a:off x="4410635" y="5557248"/>
            <a:ext cx="6526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Файл</a:t>
            </a:r>
            <a:r>
              <a:rPr lang="en-US" dirty="0"/>
              <a:t> </a:t>
            </a:r>
            <a:r>
              <a:rPr lang="ru-RU" dirty="0"/>
              <a:t>ищет</a:t>
            </a:r>
            <a:r>
              <a:rPr lang="en-US" dirty="0"/>
              <a:t> Automobile.js </a:t>
            </a:r>
            <a:r>
              <a:rPr lang="ru-RU" dirty="0"/>
              <a:t>в</a:t>
            </a:r>
            <a:r>
              <a:rPr lang="en-US" dirty="0"/>
              <a:t> </a:t>
            </a:r>
            <a:r>
              <a:rPr lang="ru-RU" dirty="0"/>
              <a:t>Папке папка игры</a:t>
            </a:r>
            <a:r>
              <a:rPr lang="en-US" dirty="0"/>
              <a:t>/res/</a:t>
            </a:r>
            <a:endParaRPr lang="ru-RU" dirty="0"/>
          </a:p>
          <a:p>
            <a:r>
              <a:rPr lang="en-US" dirty="0"/>
              <a:t>Realtime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221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940332-6C38-43A4-9E7B-AB0DE9536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92" y="142522"/>
            <a:ext cx="7735380" cy="50489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AC3C43-7FC2-4A62-9FDF-9062BDEEE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34" y="2327379"/>
            <a:ext cx="3486637" cy="1181265"/>
          </a:xfrm>
          <a:prstGeom prst="rect">
            <a:avLst/>
          </a:prstGeom>
        </p:spPr>
      </p:pic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78E88015-FB04-414B-9497-70CE695A5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091455"/>
              </p:ext>
            </p:extLst>
          </p:nvPr>
        </p:nvGraphicFramePr>
        <p:xfrm>
          <a:off x="8140722" y="561974"/>
          <a:ext cx="3667125" cy="421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Worksheet" r:id="rId5" imgW="3667077" imgH="4209946" progId="Excel.Sheet.12">
                  <p:embed/>
                </p:oleObj>
              </mc:Choice>
              <mc:Fallback>
                <p:oleObj name="Worksheet" r:id="rId5" imgW="3667077" imgH="420994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40722" y="561974"/>
                        <a:ext cx="3667125" cy="421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1F8790-25FB-4EAD-B395-BDB45F16FCDC}"/>
              </a:ext>
            </a:extLst>
          </p:cNvPr>
          <p:cNvSpPr txBox="1"/>
          <p:nvPr/>
        </p:nvSpPr>
        <p:spPr>
          <a:xfrm>
            <a:off x="175392" y="5370335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Изучить код можно вне режима просмотра</a:t>
            </a:r>
            <a:r>
              <a:rPr lang="en-US" dirty="0"/>
              <a:t> </a:t>
            </a:r>
            <a:r>
              <a:rPr lang="en-US" dirty="0" err="1"/>
              <a:t>Contrl+A</a:t>
            </a:r>
            <a:r>
              <a:rPr lang="en-US" dirty="0"/>
              <a:t> </a:t>
            </a:r>
            <a:r>
              <a:rPr lang="ru-RU" dirty="0"/>
              <a:t>потом </a:t>
            </a:r>
            <a:r>
              <a:rPr lang="en-US" dirty="0" err="1"/>
              <a:t>Contrl+C</a:t>
            </a:r>
            <a:r>
              <a:rPr lang="en-US" dirty="0"/>
              <a:t> </a:t>
            </a:r>
            <a:r>
              <a:rPr lang="ru-RU" dirty="0"/>
              <a:t>потом в Файле </a:t>
            </a:r>
            <a:r>
              <a:rPr lang="en-US" dirty="0" err="1"/>
              <a:t>Contrl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11996-B2CF-4FE0-8FBB-EC397D025444}"/>
              </a:ext>
            </a:extLst>
          </p:cNvPr>
          <p:cNvSpPr txBox="1"/>
          <p:nvPr/>
        </p:nvSpPr>
        <p:spPr>
          <a:xfrm>
            <a:off x="968187" y="3598790"/>
            <a:ext cx="6526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Файл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ищет</a:t>
            </a:r>
            <a:r>
              <a:rPr lang="en-US" dirty="0">
                <a:solidFill>
                  <a:srgbClr val="FF0000"/>
                </a:solidFill>
              </a:rPr>
              <a:t> Automobile.js </a:t>
            </a:r>
            <a:r>
              <a:rPr lang="ru-RU" dirty="0">
                <a:solidFill>
                  <a:srgbClr val="FF0000"/>
                </a:solidFill>
              </a:rPr>
              <a:t>в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Папке папка игры</a:t>
            </a:r>
            <a:r>
              <a:rPr lang="en-US" dirty="0">
                <a:solidFill>
                  <a:srgbClr val="FF0000"/>
                </a:solidFill>
              </a:rPr>
              <a:t>/res/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Realtime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024391-FFF9-4367-B2EC-72556BF2913B}"/>
              </a:ext>
            </a:extLst>
          </p:cNvPr>
          <p:cNvSpPr txBox="1"/>
          <p:nvPr/>
        </p:nvSpPr>
        <p:spPr>
          <a:xfrm>
            <a:off x="738237" y="4245121"/>
            <a:ext cx="6236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Тут мы указали что бы он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его искал в </a:t>
            </a:r>
            <a:r>
              <a:rPr lang="en-US" dirty="0">
                <a:solidFill>
                  <a:srgbClr val="FF0000"/>
                </a:solidFill>
              </a:rPr>
              <a:t>Automobile.txt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768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0B04D3-28E8-48C7-88E9-9B0AC95A684D}"/>
              </a:ext>
            </a:extLst>
          </p:cNvPr>
          <p:cNvSpPr txBox="1"/>
          <p:nvPr/>
        </p:nvSpPr>
        <p:spPr>
          <a:xfrm>
            <a:off x="564776" y="609600"/>
            <a:ext cx="991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Качаем </a:t>
            </a:r>
            <a:r>
              <a:rPr lang="en-US" dirty="0">
                <a:solidFill>
                  <a:srgbClr val="FF0000"/>
                </a:solidFill>
              </a:rPr>
              <a:t>blender 3d </a:t>
            </a:r>
            <a:r>
              <a:rPr lang="ru-RU" dirty="0"/>
              <a:t>и запускаем сейчас предмет что мы создали ищет </a:t>
            </a:r>
            <a:r>
              <a:rPr lang="en-US" dirty="0"/>
              <a:t>Mobile.obj </a:t>
            </a:r>
            <a:r>
              <a:rPr lang="ru-RU" dirty="0"/>
              <a:t>в</a:t>
            </a:r>
          </a:p>
          <a:p>
            <a:r>
              <a:rPr lang="ru-RU" dirty="0"/>
              <a:t>Папке папка игры</a:t>
            </a:r>
            <a:r>
              <a:rPr lang="en-US" dirty="0"/>
              <a:t>/res/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DB171F-CF1F-4C87-8B44-81B89C118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10" y="1403225"/>
            <a:ext cx="2791215" cy="447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F0CBB1-6D58-4505-8685-2E28AA2ED361}"/>
              </a:ext>
            </a:extLst>
          </p:cNvPr>
          <p:cNvSpPr txBox="1"/>
          <p:nvPr/>
        </p:nvSpPr>
        <p:spPr>
          <a:xfrm>
            <a:off x="3738282" y="1481630"/>
            <a:ext cx="6236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Тут мы указали что бы он</a:t>
            </a:r>
            <a:r>
              <a:rPr lang="en-US" dirty="0"/>
              <a:t> </a:t>
            </a:r>
            <a:r>
              <a:rPr lang="ru-RU" dirty="0"/>
              <a:t>его искал в </a:t>
            </a:r>
            <a:r>
              <a:rPr lang="en-US" dirty="0"/>
              <a:t>Automobile.txt</a:t>
            </a:r>
            <a:endParaRPr lang="ru-RU" dirty="0"/>
          </a:p>
        </p:txBody>
      </p:sp>
      <p:pic>
        <p:nvPicPr>
          <p:cNvPr id="6" name="g">
            <a:hlinkClick r:id="" action="ppaction://media"/>
            <a:extLst>
              <a:ext uri="{FF2B5EF4-FFF2-40B4-BE49-F238E27FC236}">
                <a16:creationId xmlns:a16="http://schemas.microsoft.com/office/drawing/2014/main" id="{DF3BF6EF-F47E-4839-9275-3630CE757B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4777" y="1998256"/>
            <a:ext cx="8019666" cy="456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8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56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9F08A9C9-DFA8-47C2-8407-75B9AE6993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237389"/>
              </p:ext>
            </p:extLst>
          </p:nvPr>
        </p:nvGraphicFramePr>
        <p:xfrm>
          <a:off x="338397" y="1996482"/>
          <a:ext cx="3067050" cy="444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Worksheet" r:id="rId3" imgW="3067189" imgH="4448338" progId="Excel.Sheet.12">
                  <p:embed/>
                </p:oleObj>
              </mc:Choice>
              <mc:Fallback>
                <p:oleObj name="Worksheet" r:id="rId3" imgW="3067189" imgH="44483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397" y="1996482"/>
                        <a:ext cx="3067050" cy="444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DC1559-6C19-477A-A4A6-DB827AB8991E}"/>
              </a:ext>
            </a:extLst>
          </p:cNvPr>
          <p:cNvSpPr txBox="1"/>
          <p:nvPr/>
        </p:nvSpPr>
        <p:spPr>
          <a:xfrm>
            <a:off x="600501" y="655093"/>
            <a:ext cx="6437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 внимание что </a:t>
            </a:r>
            <a:r>
              <a:rPr lang="en-US" b="1" dirty="0">
                <a:solidFill>
                  <a:srgbClr val="FF0000"/>
                </a:solidFill>
              </a:rPr>
              <a:t>Example.jar </a:t>
            </a:r>
            <a:r>
              <a:rPr lang="ru-RU" dirty="0"/>
              <a:t>ты получишь в итоге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6BDF4-AE60-4694-8676-EA4C1550665F}"/>
              </a:ext>
            </a:extLst>
          </p:cNvPr>
          <p:cNvSpPr txBox="1"/>
          <p:nvPr/>
        </p:nvSpPr>
        <p:spPr>
          <a:xfrm>
            <a:off x="600501" y="1141121"/>
            <a:ext cx="306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Переименуй как хочешь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30907-60BE-4512-B731-648AE85FD963}"/>
              </a:ext>
            </a:extLst>
          </p:cNvPr>
          <p:cNvSpPr txBox="1"/>
          <p:nvPr/>
        </p:nvSpPr>
        <p:spPr>
          <a:xfrm>
            <a:off x="3944203" y="1815152"/>
            <a:ext cx="707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Мы в итоге имеем файл который будет устанавливать мод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8B60C-5016-4985-9788-1AE87966A2FC}"/>
              </a:ext>
            </a:extLst>
          </p:cNvPr>
          <p:cNvSpPr txBox="1"/>
          <p:nvPr/>
        </p:nvSpPr>
        <p:spPr>
          <a:xfrm>
            <a:off x="4053385" y="2620370"/>
            <a:ext cx="6797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Смело</a:t>
            </a:r>
            <a:r>
              <a:rPr lang="en-US" dirty="0"/>
              <a:t> </a:t>
            </a:r>
            <a:r>
              <a:rPr lang="ru-RU" dirty="0"/>
              <a:t>его кидай в папку </a:t>
            </a:r>
            <a:r>
              <a:rPr lang="en-US" dirty="0"/>
              <a:t>[</a:t>
            </a:r>
            <a:r>
              <a:rPr lang="ru-RU" dirty="0"/>
              <a:t>главная папка игры</a:t>
            </a:r>
            <a:r>
              <a:rPr lang="en-US" dirty="0"/>
              <a:t>]/</a:t>
            </a:r>
            <a:r>
              <a:rPr lang="en-US" dirty="0" err="1"/>
              <a:t>javaMods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CE740B-012C-4F37-8FDE-95C49BC80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491" y="3026847"/>
            <a:ext cx="7674220" cy="4032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B9C57B-44CB-48B3-B2D3-A6712CD571C6}"/>
              </a:ext>
            </a:extLst>
          </p:cNvPr>
          <p:cNvSpPr txBox="1"/>
          <p:nvPr/>
        </p:nvSpPr>
        <p:spPr>
          <a:xfrm>
            <a:off x="5697888" y="6259991"/>
            <a:ext cx="532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ПРИМЕЧАНИЕ Ресурсы должны выглядеть так</a:t>
            </a:r>
          </a:p>
        </p:txBody>
      </p:sp>
    </p:spTree>
    <p:extLst>
      <p:ext uri="{BB962C8B-B14F-4D97-AF65-F5344CB8AC3E}">
        <p14:creationId xmlns:p14="http://schemas.microsoft.com/office/powerpoint/2010/main" val="3693634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D0DB64-10B1-4366-9B10-D1D9AF601214}"/>
              </a:ext>
            </a:extLst>
          </p:cNvPr>
          <p:cNvSpPr txBox="1"/>
          <p:nvPr/>
        </p:nvSpPr>
        <p:spPr>
          <a:xfrm>
            <a:off x="805218" y="573205"/>
            <a:ext cx="6862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 вторая часть 2 главы чит коды</a:t>
            </a:r>
            <a:r>
              <a:rPr lang="en-US" dirty="0"/>
              <a:t> </a:t>
            </a:r>
            <a:r>
              <a:rPr lang="ru-RU" dirty="0"/>
              <a:t>измени </a:t>
            </a:r>
            <a:r>
              <a:rPr lang="en-US" b="1" dirty="0">
                <a:solidFill>
                  <a:srgbClr val="FF0000"/>
                </a:solidFill>
              </a:rPr>
              <a:t>Main.java </a:t>
            </a:r>
            <a:r>
              <a:rPr lang="ru-RU" dirty="0"/>
              <a:t>вот так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3EB05C-FDD2-4086-B4B0-3FF301D99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18" y="1054858"/>
            <a:ext cx="6953250" cy="20193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82BFF58-1842-4693-A00C-14A7F2F8A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18" y="4008320"/>
            <a:ext cx="7705725" cy="2276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71CC80-E39C-4783-8A96-FA43F6C14977}"/>
              </a:ext>
            </a:extLst>
          </p:cNvPr>
          <p:cNvSpPr txBox="1"/>
          <p:nvPr/>
        </p:nvSpPr>
        <p:spPr>
          <a:xfrm>
            <a:off x="900752" y="3414511"/>
            <a:ext cx="5508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Все ети папки создай в архиве как на скрине</a:t>
            </a:r>
          </a:p>
        </p:txBody>
      </p:sp>
    </p:spTree>
    <p:extLst>
      <p:ext uri="{BB962C8B-B14F-4D97-AF65-F5344CB8AC3E}">
        <p14:creationId xmlns:p14="http://schemas.microsoft.com/office/powerpoint/2010/main" val="1072540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78D5E1-81EE-493F-9700-BEC2A307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68" y="609386"/>
            <a:ext cx="10058399" cy="61313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AA2510-9995-454F-93EF-0FD234226A3C}"/>
              </a:ext>
            </a:extLst>
          </p:cNvPr>
          <p:cNvSpPr txBox="1"/>
          <p:nvPr/>
        </p:nvSpPr>
        <p:spPr>
          <a:xfrm>
            <a:off x="504968" y="117226"/>
            <a:ext cx="5716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Тут все наглядно с картинки спиши без ошибок</a:t>
            </a:r>
          </a:p>
        </p:txBody>
      </p:sp>
    </p:spTree>
    <p:extLst>
      <p:ext uri="{BB962C8B-B14F-4D97-AF65-F5344CB8AC3E}">
        <p14:creationId xmlns:p14="http://schemas.microsoft.com/office/powerpoint/2010/main" val="1601346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3CFE6F27-C52B-486F-BB50-C658E6EE65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199710"/>
              </p:ext>
            </p:extLst>
          </p:nvPr>
        </p:nvGraphicFramePr>
        <p:xfrm>
          <a:off x="338397" y="1996482"/>
          <a:ext cx="3067050" cy="444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Worksheet" r:id="rId3" imgW="3067189" imgH="4448338" progId="Excel.Sheet.12">
                  <p:embed/>
                </p:oleObj>
              </mc:Choice>
              <mc:Fallback>
                <p:oleObj name="Worksheet" r:id="rId3" imgW="3067189" imgH="4448338" progId="Excel.Sheet.12">
                  <p:embed/>
                  <p:pic>
                    <p:nvPicPr>
                      <p:cNvPr id="3" name="Объект 2">
                        <a:extLst>
                          <a:ext uri="{FF2B5EF4-FFF2-40B4-BE49-F238E27FC236}">
                            <a16:creationId xmlns:a16="http://schemas.microsoft.com/office/drawing/2014/main" id="{9F08A9C9-DFA8-47C2-8407-75B9AE6993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397" y="1996482"/>
                        <a:ext cx="3067050" cy="444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1D2023A-5B12-4F37-8ACA-4ECA2B795FA2}"/>
              </a:ext>
            </a:extLst>
          </p:cNvPr>
          <p:cNvSpPr txBox="1"/>
          <p:nvPr/>
        </p:nvSpPr>
        <p:spPr>
          <a:xfrm>
            <a:off x="600501" y="655093"/>
            <a:ext cx="6437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 внимание что </a:t>
            </a:r>
            <a:r>
              <a:rPr lang="en-US" b="1" dirty="0">
                <a:solidFill>
                  <a:srgbClr val="FF0000"/>
                </a:solidFill>
              </a:rPr>
              <a:t>Example.jar </a:t>
            </a:r>
            <a:r>
              <a:rPr lang="ru-RU" dirty="0"/>
              <a:t>ты получишь в итоге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E93D8-EB60-4518-890B-33C692A479CF}"/>
              </a:ext>
            </a:extLst>
          </p:cNvPr>
          <p:cNvSpPr txBox="1"/>
          <p:nvPr/>
        </p:nvSpPr>
        <p:spPr>
          <a:xfrm>
            <a:off x="600501" y="1141121"/>
            <a:ext cx="6595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Переименуй его в </a:t>
            </a:r>
            <a:r>
              <a:rPr lang="en-US" b="1" dirty="0">
                <a:solidFill>
                  <a:srgbClr val="FF0000"/>
                </a:solidFill>
              </a:rPr>
              <a:t>Autimobile.jar </a:t>
            </a:r>
            <a:r>
              <a:rPr lang="ru-RU" dirty="0"/>
              <a:t> его перекинь </a:t>
            </a:r>
            <a:r>
              <a:rPr lang="ru-RU"/>
              <a:t>в папку 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62729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482</TotalTime>
  <Words>533</Words>
  <Application>Microsoft Office PowerPoint</Application>
  <PresentationFormat>Широкоэкранный</PresentationFormat>
  <Paragraphs>67</Paragraphs>
  <Slides>19</Slides>
  <Notes>0</Notes>
  <HiddenSlides>0</HiddenSlides>
  <MMClips>2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 Black</vt:lpstr>
      <vt:lpstr>Century Gothic</vt:lpstr>
      <vt:lpstr>Wingdings 3</vt:lpstr>
      <vt:lpstr>Сектор</vt:lpstr>
      <vt:lpstr>Worksheet</vt:lpstr>
      <vt:lpstr>Лист Microsoft Excel</vt:lpstr>
      <vt:lpstr>Модификации в java архивах</vt:lpstr>
      <vt:lpstr>1 глава что это где найти?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Глава 2 как создать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Модификации в java архивах</dc:title>
  <dc:creator>alekandrza14@gmail.com</dc:creator>
  <cp:lastModifiedBy>alekandrza14@gmail.com</cp:lastModifiedBy>
  <cp:revision>39</cp:revision>
  <dcterms:created xsi:type="dcterms:W3CDTF">2026-08-02T14:16:16Z</dcterms:created>
  <dcterms:modified xsi:type="dcterms:W3CDTF">2026-08-02T23:19:07Z</dcterms:modified>
</cp:coreProperties>
</file>